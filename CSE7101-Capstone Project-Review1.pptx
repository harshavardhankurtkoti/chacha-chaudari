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9" r:id="rId3"/>
    <p:sldId id="275" r:id="rId4"/>
    <p:sldId id="277" r:id="rId5"/>
    <p:sldId id="278" r:id="rId6"/>
    <p:sldId id="273" r:id="rId7"/>
    <p:sldId id="276" r:id="rId8"/>
    <p:sldId id="272" r:id="rId9"/>
    <p:sldId id="270" r:id="rId10"/>
    <p:sldId id="279" r:id="rId11"/>
    <p:sldId id="280" r:id="rId12"/>
    <p:sldId id="281" r:id="rId13"/>
    <p:sldId id="282" r:id="rId14"/>
    <p:sldId id="283" r:id="rId15"/>
    <p:sldId id="265" r:id="rId16"/>
    <p:sldId id="268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avardhanKurtkoti/ChaCha-Chaudari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900433" y="2541627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 : IST_16 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885903" y="4974140"/>
            <a:ext cx="5250116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6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6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6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IN" sz="16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 A K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6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6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6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16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258332590"/>
              </p:ext>
            </p:extLst>
          </p:nvPr>
        </p:nvGraphicFramePr>
        <p:xfrm>
          <a:off x="3172172" y="3210494"/>
          <a:ext cx="5847651" cy="2470146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955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2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9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20221IST0068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Ananya 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20221IST0101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Harshavardhan Kurtkoti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-45523" y="4905625"/>
            <a:ext cx="7702826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Information Science and Technology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R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Benitha Christinal J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28372-4B7B-16F7-DB53-93B04BC5E498}"/>
              </a:ext>
            </a:extLst>
          </p:cNvPr>
          <p:cNvSpPr txBox="1"/>
          <p:nvPr/>
        </p:nvSpPr>
        <p:spPr>
          <a:xfrm>
            <a:off x="843169" y="1140932"/>
            <a:ext cx="1050566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Development of AI, ML and Chat Bot powered robot mascot(Chacha Chaudhary) and 3D digital avatar to strengthen the river people connect component of Namami Gange</a:t>
            </a:r>
            <a:endParaRPr lang="kn-IN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07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245638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Mascot Initiative: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Chacha Chaudhary was declared the mascot of the Namami Gange Programme at the 37th Executive Committee meeting of NMCG.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Current Efforts: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NMCG in collaboration with Diamond Toons has developed comics, e-comics, and animated videos to spread awareness.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Challenge: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These initiatives are largely one-way communication and lack real-time, interactive engagement with the audience.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Need: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 more dynamic, interactive, and citizen-centric solution is required to:</a:t>
            </a:r>
          </a:p>
          <a:p>
            <a:pPr marL="495300" indent="-342900" algn="just">
              <a:spcBef>
                <a:spcPts val="0"/>
              </a:spcBef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Connect with school children, common people, and stakeholders.</a:t>
            </a:r>
          </a:p>
          <a:p>
            <a:pPr marL="495300" indent="-342900" algn="just">
              <a:spcBef>
                <a:spcPts val="0"/>
              </a:spcBef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Enhance awareness of river conservation and ecology.</a:t>
            </a:r>
          </a:p>
          <a:p>
            <a:pPr marL="495300" indent="-342900" algn="just">
              <a:spcBef>
                <a:spcPts val="0"/>
              </a:spcBef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Bring about behavioral change in society.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3EC5-FE08-D3D5-FB43-BA664CBC5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:</a:t>
            </a:r>
            <a:endParaRPr lang="k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A1627-E165-046B-F70C-8C3255CF5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13589"/>
            <a:ext cx="10668000" cy="4953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Develop an AI, ML &amp; Chatbot-powered Robot Mascot (Chacha Chaudhary) to act as an interactive ambassador for Namami Gange.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Create a Digital Avatar on the NMCG website for wider reach and accessibility.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Enhance Public Engagement by making awareness campaigns interactive, fun, and relatable for all age groups.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Support NMCG Stakeholders with a user-friendly, citizen-centric medium for information dissemination.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Promote Behavioral Change through storytelling, gamification, and interactive experiences.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Educate School Children &amp; Citizens about river conservation and riverine ecology in an engaging way.</a:t>
            </a:r>
          </a:p>
          <a:p>
            <a:pPr marL="76200" indent="0">
              <a:buNone/>
            </a:pPr>
            <a:endParaRPr lang="k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33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E79D6-AC57-A730-2F41-9D7CD901A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18249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k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2A5C2-4357-9F92-CD70-C91B5C99D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6761" y="1428137"/>
            <a:ext cx="9324258" cy="4382728"/>
          </a:xfrm>
        </p:spPr>
        <p:txBody>
          <a:bodyPr numCol="2">
            <a:normAutofit/>
          </a:bodyPr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Importance :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Lifeline: 400+ million people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Cultural &amp; ecological significance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Pollution control &amp; public health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Biodiversity conservation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Sanitation &amp; waste management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Economic development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Integrated river management</a:t>
            </a:r>
          </a:p>
          <a:p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Milestones Reached :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200+ STPs commissioned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Water quality improved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Million+ trees planted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UN global recognition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Community awareness programs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Infrastructure: crematoria, ghats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Real-time monitoring</a:t>
            </a:r>
          </a:p>
          <a:p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ODF status achieved</a:t>
            </a:r>
            <a:endParaRPr lang="kn-I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64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7E77-E4F5-A53C-CF20-4A60FD59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endParaRPr lang="k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B352F-CDC1-2A3F-B961-5CCCBC476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Milestones Yet to Reach: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River-wide water quality standards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Completion of wastewater projects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Industrial effluent control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Advanced pollution tech adoption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Community behavior change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Full ecosystem restoration</a:t>
            </a:r>
          </a:p>
          <a:p>
            <a:pPr marL="76200" indent="0">
              <a:buNone/>
            </a:pPr>
            <a:endParaRPr lang="en-IN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kn-IN" sz="2200" dirty="0"/>
          </a:p>
        </p:txBody>
      </p:sp>
    </p:spTree>
    <p:extLst>
      <p:ext uri="{BB962C8B-B14F-4D97-AF65-F5344CB8AC3E}">
        <p14:creationId xmlns:p14="http://schemas.microsoft.com/office/powerpoint/2010/main" val="3244201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21702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AI / ML &amp; Chatbot :</a:t>
            </a:r>
          </a:p>
          <a:p>
            <a:pPr marL="438150" indent="-285750" algn="just">
              <a:spcBef>
                <a:spcPts val="0"/>
              </a:spcBef>
              <a:buSzPct val="100000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Rasa (Python) for chatbot engine</a:t>
            </a:r>
          </a:p>
          <a:p>
            <a:pPr marL="438150" indent="-285750" algn="just">
              <a:spcBef>
                <a:spcPts val="0"/>
              </a:spcBef>
              <a:buSzPct val="100000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Hugging Face + scikit-learn for NLP</a:t>
            </a: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Speech Interaction</a:t>
            </a:r>
          </a:p>
          <a:p>
            <a:pPr marL="438150" indent="-285750" algn="just">
              <a:spcBef>
                <a:spcPts val="0"/>
              </a:spcBef>
              <a:buSzPct val="100000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STT: Google Speech API / Vosk / AWS Transcribe</a:t>
            </a:r>
          </a:p>
          <a:p>
            <a:pPr marL="438150" indent="-285750" algn="just">
              <a:spcBef>
                <a:spcPts val="0"/>
              </a:spcBef>
              <a:buSzPct val="100000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TTS: Google TTS / Amazon Polly / pyttsx3</a:t>
            </a:r>
          </a:p>
          <a:p>
            <a:pPr marL="438150" indent="-285750" algn="just">
              <a:spcBef>
                <a:spcPts val="0"/>
              </a:spcBef>
              <a:buSzPct val="100000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Avatar &amp; Animation</a:t>
            </a:r>
          </a:p>
          <a:p>
            <a:pPr marL="438150" indent="-285750" algn="just">
              <a:spcBef>
                <a:spcPts val="0"/>
              </a:spcBef>
              <a:buSzPct val="100000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React.js + Three.js for web avatar</a:t>
            </a: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Frontend</a:t>
            </a:r>
          </a:p>
          <a:p>
            <a:pPr marL="438150" indent="-285750" algn="just">
              <a:spcBef>
                <a:spcPts val="0"/>
              </a:spcBef>
              <a:buSzPct val="100000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React.js / Next.js for website UI</a:t>
            </a:r>
          </a:p>
          <a:p>
            <a:pPr marL="438150" indent="-285750" algn="just">
              <a:spcBef>
                <a:spcPts val="0"/>
              </a:spcBef>
              <a:buSzPct val="100000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UI frameworks: Material-UI, Tailwind CSS, Bootstrap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1765-6D72-743B-481E-DE89769C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k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FF403-AC96-A182-FC15-011C756A6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Backend &amp; Database :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FastAPI / Flask (Python backend)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Databases: PostgreSQL (structured), MongoDB (chat logs)</a:t>
            </a:r>
          </a:p>
          <a:p>
            <a:pPr marL="7620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Cloud &amp; DevOps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AWS (EC2, S3, Lambda, Docker)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CI/CD: GitHub Actions (preferred)</a:t>
            </a:r>
          </a:p>
          <a:p>
            <a:pPr marL="7620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Monitoring &amp; Analytics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Grafana (system monitoring)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Google Analytics / Power BI / Tableau (dashboards)</a:t>
            </a:r>
            <a:endParaRPr lang="k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02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Requirements: </a:t>
            </a:r>
          </a:p>
          <a:p>
            <a:endParaRPr lang="en-I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Operating System: Windows 10/11, Android OS</a:t>
            </a:r>
          </a:p>
          <a:p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AI/ML Libraries: Rasa, spaCy, HuggingFace, scikit-learn, TensorFlow, PyTorch</a:t>
            </a:r>
          </a:p>
          <a:p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Speech: STT → Vosk/Google/AWS | TTS → pyttsx3/Polly/Google TTS</a:t>
            </a:r>
          </a:p>
          <a:p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Avatar &amp; Animation: Unity 3D, React.js + Three.js, Audio2Face</a:t>
            </a:r>
          </a:p>
          <a:p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Backend: FastAPI / Flask / Django | DB: PostgreSQL / MongoDB</a:t>
            </a:r>
          </a:p>
          <a:p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Frontend: React.js / Next.js with Material-UI / Tailwind CSS</a:t>
            </a:r>
          </a:p>
          <a:p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Cloud &amp; DevOps: AWS (preferred), Docker, GitHub Actions, Grafana</a:t>
            </a:r>
          </a:p>
          <a:p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Security: SSL/TLS, JWT/OAuth2, Cloud IAM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ED9076-E854-6D4F-4065-F33E8B5D1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091192"/>
              </p:ext>
            </p:extLst>
          </p:nvPr>
        </p:nvGraphicFramePr>
        <p:xfrm>
          <a:off x="1467497" y="1520658"/>
          <a:ext cx="9358605" cy="3816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1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452">
                <a:tc>
                  <a:txBody>
                    <a:bodyPr/>
                    <a:lstStyle/>
                    <a:p>
                      <a:r>
                        <a:t>Phases /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Review</a:t>
                      </a:r>
                      <a:r>
                        <a:rPr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Review 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Review 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Review 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Review 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15">
                <a:tc>
                  <a:txBody>
                    <a:bodyPr/>
                    <a:lstStyle/>
                    <a:p>
                      <a:r>
                        <a:rPr dirty="0"/>
                        <a:t>Project Planning &amp; Requirement </a:t>
                      </a:r>
                      <a:r>
                        <a:rPr lang="en-IN" dirty="0"/>
                        <a:t>Finalization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20-08-2025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r>
                        <a:rPr dirty="0"/>
                        <a:t>AI &amp; ML</a:t>
                      </a:r>
                      <a:r>
                        <a:rPr lang="en-IN" dirty="0"/>
                        <a:t> Prototype Completion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10-09-2025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dirty="0"/>
                        <a:t>Chatbot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23-09-2025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151">
                <a:tc>
                  <a:txBody>
                    <a:bodyPr/>
                    <a:lstStyle/>
                    <a:p>
                      <a:r>
                        <a:rPr dirty="0"/>
                        <a:t>Digital Avatar (Chacha Chaudhary)</a:t>
                      </a:r>
                      <a:r>
                        <a:rPr lang="en-IN" dirty="0"/>
                        <a:t> Launch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28-10-2025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449">
                <a:tc>
                  <a:txBody>
                    <a:bodyPr/>
                    <a:lstStyle/>
                    <a:p>
                      <a:r>
                        <a:rPr lang="en-IN" dirty="0"/>
                        <a:t>Final </a:t>
                      </a:r>
                      <a:r>
                        <a:rPr dirty="0"/>
                        <a:t>Deployment &amp; Community Engagement</a:t>
                      </a:r>
                      <a:r>
                        <a:rPr lang="en-IN" dirty="0"/>
                        <a:t> Report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17-11-2025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AE0BA-BA61-25B0-3351-BE4E69DE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3B09DB-AC2C-0D0F-12BC-469220A3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7" y="1428947"/>
            <a:ext cx="9783097" cy="434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80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9683-6AFA-004F-4BCF-784791D4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5A49B5-DE78-6ECE-1398-85EE71764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271" y="1483682"/>
            <a:ext cx="6923656" cy="452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01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C49C-4CD6-C845-67F7-46816385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data-model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336A36-017B-C51F-2AB2-EC7C9D93B5FC}"/>
              </a:ext>
            </a:extLst>
          </p:cNvPr>
          <p:cNvSpPr txBox="1">
            <a:spLocks/>
          </p:cNvSpPr>
          <p:nvPr/>
        </p:nvSpPr>
        <p:spPr>
          <a:xfrm>
            <a:off x="7523316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endpoints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86DCAB-E4EB-EE5C-3256-93566C5FF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88" y="1627985"/>
            <a:ext cx="4308836" cy="39940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0A1535-B93D-94DD-FFCF-09A14E1A9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7" y="1235948"/>
            <a:ext cx="6187407" cy="476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63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2B3A-2E48-D829-83F4-CAAE8125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chat-flow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6B973-7937-41B0-1C47-215091DA9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542" y="1065108"/>
            <a:ext cx="6205788" cy="511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19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A900-815D-14A3-5993-056B590E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auth-flow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9F206E-51B8-B2F0-434C-468F3E6B3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81" y="1212897"/>
            <a:ext cx="7703727" cy="463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41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[1] P. Lewis et al., “Retrieval-Augmented Generation for Knowledge-Intensive NLP Tasks,” arXiv:2005.11401, 2020.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[2] S. Liu, “Privacy-Preserving LLM Deployment on Edge Devices,” ACM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EdgeAI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2022.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[3] A. Smith and J. Clark, “Conversational Agents in Museums: Enhancing Visitor Engagement,” J. Human-Computer Interaction, vol. 36, no. 4, 2021.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[4] Hugging Face Transformers. [Online]. Available: https://huggingface.co/transformers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[5] FAISS Documentation. [Online]. Available: https://faiss.ai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[6] Flask Documentation. [Online]. Available: https://flask.palletsprojects.com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[7] React Documentation. [Online]. Available: https://react.dev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[8] MongoDB Documentation. [Online]. Available: https://www.mongodb.com/docs/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[9] Microsoft, “Edge TTS,” 2023. [Online]. Available: https://github.com/rany2/edge-tts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[10] Sentence-Transformers. [Online]. Available: https://www.sbert.net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ctr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https://github.com/HarshavardhanKurtkoti/ChaCha-Chaudari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900"/>
                    </a14:imgEffect>
                    <a14:imgEffect>
                      <a14:brightnessContrast bright="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10330</TotalTime>
  <Words>975</Words>
  <Application>Microsoft Office PowerPoint</Application>
  <PresentationFormat>Widescreen</PresentationFormat>
  <Paragraphs>151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</vt:lpstr>
      <vt:lpstr>Verdana</vt:lpstr>
      <vt:lpstr>Bioinformatics</vt:lpstr>
      <vt:lpstr>PowerPoint Presentation</vt:lpstr>
      <vt:lpstr>Problem Statement Number: 07 </vt:lpstr>
      <vt:lpstr>Objectives :</vt:lpstr>
      <vt:lpstr>Background and Related work for title Selection </vt:lpstr>
      <vt:lpstr>Background and Related work for title Selection</vt:lpstr>
      <vt:lpstr>Analysis of Problem Statement</vt:lpstr>
      <vt:lpstr>Analysis of Problem Statement</vt:lpstr>
      <vt:lpstr>Analysis of Problem Statement (contd...)</vt:lpstr>
      <vt:lpstr>Timeline of the Project (Gantt Chart)</vt:lpstr>
      <vt:lpstr>Architecture</vt:lpstr>
      <vt:lpstr>Frontend</vt:lpstr>
      <vt:lpstr>data-model</vt:lpstr>
      <vt:lpstr>chat-flow</vt:lpstr>
      <vt:lpstr>auth-flow</vt:lpstr>
      <vt:lpstr>References (IEEE Paper format)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harshavardhan kurtkoti</cp:lastModifiedBy>
  <cp:revision>46</cp:revision>
  <dcterms:modified xsi:type="dcterms:W3CDTF">2025-11-25T02:25:26Z</dcterms:modified>
</cp:coreProperties>
</file>